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 varScale="1">
        <p:scale>
          <a:sx n="95" d="100"/>
          <a:sy n="95" d="100"/>
        </p:scale>
        <p:origin x="200" y="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Nanopore Long-read Metagenome Analysis Pipeline (v1.0)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731520"/>
            <a:ext cx="13716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Raw FASTQ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731520"/>
            <a:ext cx="13716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731520"/>
            <a:ext cx="13716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Host removal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731520"/>
            <a:ext cx="13716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Non-host 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READS-BASED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CONTIG-BASED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23774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p02 Taxonomy</a:t>
            </a:r>
          </a:p>
          <a:p>
            <a:r>
              <a:t>Kraken2+Bracken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23774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p08 Probiotic</a:t>
            </a:r>
          </a:p>
          <a:p>
            <a:r>
              <a:t>Competitive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011680"/>
            <a:ext cx="16459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p03 Assembly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011680"/>
            <a:ext cx="16459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p04 Read mapping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011680"/>
            <a:ext cx="16459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p05 Binning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011680"/>
            <a:ext cx="16459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p06 Annotation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697480"/>
            <a:ext cx="16459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p11 GTDB-Tk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97480"/>
            <a:ext cx="16459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p09 CAZyme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2697480"/>
            <a:ext cx="16459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p10 AMR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2697480"/>
            <a:ext cx="16459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p07 Urate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3383280"/>
            <a:ext cx="16459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p12 geNomad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3383280"/>
            <a:ext cx="16459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p13 Statistics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3383280"/>
            <a:ext cx="16459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p14 Visualization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3383280"/>
            <a:ext cx="164592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p15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Pipeline illustration</a:t>
            </a:r>
          </a:p>
        </p:txBody>
      </p:sp>
      <p:pic>
        <p:nvPicPr>
          <p:cNvPr id="3" name="Picture 2" descr="a_high_resolution_infographic_pipeline_diagram_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48640"/>
            <a:ext cx="11612880" cy="7741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</Words>
  <Application>Microsoft Macintosh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Zhuobing Peng</cp:lastModifiedBy>
  <cp:revision>2</cp:revision>
  <dcterms:created xsi:type="dcterms:W3CDTF">2013-01-27T09:14:16Z</dcterms:created>
  <dcterms:modified xsi:type="dcterms:W3CDTF">2026-07-16T14:11:16Z</dcterms:modified>
  <cp:category/>
</cp:coreProperties>
</file>